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6" r:id="rId5"/>
    <p:sldId id="260" r:id="rId6"/>
    <p:sldId id="261" r:id="rId7"/>
    <p:sldId id="267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29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64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96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1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51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5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05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13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76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4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3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464BB-127C-4130-A89F-D8C04952B157}" type="datetimeFigureOut">
              <a:rPr lang="ru-RU" smtClean="0"/>
              <a:t>18.06.2017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4ED0-59B2-4C8E-BCE2-A7D4E27A2B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31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Исследуем тексты</a:t>
            </a:r>
            <a:br>
              <a:rPr lang="ru-RU" dirty="0" smtClean="0"/>
            </a:br>
            <a:r>
              <a:rPr lang="ru-RU" dirty="0" smtClean="0"/>
              <a:t>писем из лагерей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96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Корпус текстов писем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4392488" cy="4525963"/>
          </a:xfrm>
        </p:spPr>
        <p:txBody>
          <a:bodyPr>
            <a:normAutofit fontScale="85000" lnSpcReduction="10000"/>
          </a:bodyPr>
          <a:lstStyle/>
          <a:p>
            <a:r>
              <a:rPr lang="ru-RU" sz="3000" dirty="0" smtClean="0"/>
              <a:t>Хотели работать с текстами</a:t>
            </a:r>
          </a:p>
          <a:p>
            <a:r>
              <a:rPr lang="ru-RU" sz="3000" dirty="0" smtClean="0"/>
              <a:t>Остановились на письмах из лагерей</a:t>
            </a:r>
          </a:p>
          <a:p>
            <a:r>
              <a:rPr lang="ru-RU" sz="3000" dirty="0" smtClean="0"/>
              <a:t>Решили представить  корпус наглядно</a:t>
            </a:r>
          </a:p>
          <a:p>
            <a:r>
              <a:rPr lang="ru-RU" sz="3000" dirty="0" smtClean="0"/>
              <a:t>Жёсткий диск с </a:t>
            </a:r>
            <a:r>
              <a:rPr lang="en-US" sz="3000" dirty="0" smtClean="0"/>
              <a:t>10</a:t>
            </a:r>
            <a:r>
              <a:rPr lang="ru-RU" sz="3000" dirty="0" smtClean="0"/>
              <a:t> Гб </a:t>
            </a:r>
            <a:r>
              <a:rPr lang="en-US" sz="3000" dirty="0" smtClean="0"/>
              <a:t>ODT </a:t>
            </a:r>
            <a:r>
              <a:rPr lang="ru-RU" sz="3000" dirty="0" smtClean="0"/>
              <a:t>и </a:t>
            </a:r>
            <a:r>
              <a:rPr lang="en-US" sz="3000" dirty="0" smtClean="0"/>
              <a:t>DOCX</a:t>
            </a:r>
          </a:p>
          <a:p>
            <a:r>
              <a:rPr lang="ru-RU" sz="3000" dirty="0" smtClean="0"/>
              <a:t>Очистили от битых, технически, сканов</a:t>
            </a:r>
          </a:p>
          <a:p>
            <a:r>
              <a:rPr lang="ru-RU" sz="3000" dirty="0" smtClean="0"/>
              <a:t>Получили 33 Мб </a:t>
            </a:r>
            <a:r>
              <a:rPr lang="en-US" sz="3000" dirty="0" smtClean="0"/>
              <a:t>TXT</a:t>
            </a:r>
            <a:r>
              <a:rPr lang="ru-RU" sz="3000" dirty="0" smtClean="0"/>
              <a:t> файлов, 5 129</a:t>
            </a:r>
            <a:r>
              <a:rPr lang="en-US" sz="3000" dirty="0" smtClean="0"/>
              <a:t> </a:t>
            </a:r>
            <a:r>
              <a:rPr lang="ru-RU" sz="3000" dirty="0" smtClean="0"/>
              <a:t>документов</a:t>
            </a:r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110" y="1052736"/>
            <a:ext cx="4104456" cy="511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7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Обработка текстов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Токенизировали</a:t>
            </a:r>
            <a:endParaRPr lang="ru-RU" dirty="0" smtClean="0"/>
          </a:p>
          <a:p>
            <a:r>
              <a:rPr lang="ru-RU" dirty="0" err="1" smtClean="0"/>
              <a:t>Лемматизировали</a:t>
            </a:r>
            <a:endParaRPr lang="ru-RU" dirty="0" smtClean="0"/>
          </a:p>
          <a:p>
            <a:r>
              <a:rPr lang="ru-RU" dirty="0" smtClean="0"/>
              <a:t>Удалили стоп-слова, пунктуацию, числа</a:t>
            </a:r>
          </a:p>
          <a:p>
            <a:r>
              <a:rPr lang="ru-RU" dirty="0" smtClean="0"/>
              <a:t>Каждому слову каждого документа поставили в соответствие число </a:t>
            </a:r>
            <a:r>
              <a:rPr lang="en-US" dirty="0" smtClean="0"/>
              <a:t>TF-IDF</a:t>
            </a:r>
            <a:endParaRPr lang="ru-RU" dirty="0" smtClean="0"/>
          </a:p>
          <a:p>
            <a:r>
              <a:rPr lang="ru-RU" dirty="0" smtClean="0"/>
              <a:t>Документам сопоставили вектора в очень-многомерном пространстве</a:t>
            </a:r>
          </a:p>
          <a:p>
            <a:r>
              <a:rPr lang="ru-RU" dirty="0" smtClean="0"/>
              <a:t>Снизили размерность </a:t>
            </a:r>
            <a:r>
              <a:rPr lang="en-US" dirty="0" smtClean="0"/>
              <a:t>SVD </a:t>
            </a:r>
            <a:r>
              <a:rPr lang="ru-RU" dirty="0" smtClean="0"/>
              <a:t>с 10 000 до 100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524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116632"/>
            <a:ext cx="9177787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-27384"/>
            <a:ext cx="8712968" cy="1143000"/>
          </a:xfrm>
        </p:spPr>
        <p:txBody>
          <a:bodyPr>
            <a:normAutofit/>
          </a:bodyPr>
          <a:lstStyle/>
          <a:p>
            <a:r>
              <a:rPr lang="ru-RU" sz="3800" dirty="0" smtClean="0"/>
              <a:t>Посмотрим </a:t>
            </a:r>
            <a:r>
              <a:rPr lang="en-US" sz="3800" dirty="0" smtClean="0"/>
              <a:t>t-SNE </a:t>
            </a:r>
            <a:r>
              <a:rPr lang="ru-RU" sz="3800" dirty="0" smtClean="0"/>
              <a:t>проекцию на плоскость</a:t>
            </a:r>
            <a:endParaRPr lang="ru-RU" sz="38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124744"/>
            <a:ext cx="5688632" cy="5265736"/>
          </a:xfrm>
        </p:spPr>
      </p:pic>
    </p:spTree>
    <p:extLst>
      <p:ext uri="{BB962C8B-B14F-4D97-AF65-F5344CB8AC3E}">
        <p14:creationId xmlns:p14="http://schemas.microsoft.com/office/powerpoint/2010/main" val="398748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Цвет согласно кластерам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126838"/>
            <a:ext cx="5688000" cy="5312508"/>
          </a:xfrm>
        </p:spPr>
      </p:pic>
    </p:spTree>
    <p:extLst>
      <p:ext uri="{BB962C8B-B14F-4D97-AF65-F5344CB8AC3E}">
        <p14:creationId xmlns:p14="http://schemas.microsoft.com/office/powerpoint/2010/main" val="118252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48680"/>
            <a:ext cx="6624736" cy="62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670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83</Words>
  <Application>Microsoft Office PowerPoint</Application>
  <PresentationFormat>Экран 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Исследуем тексты писем из лагерей</vt:lpstr>
      <vt:lpstr>Корпус текстов писем</vt:lpstr>
      <vt:lpstr>Обработка текстов</vt:lpstr>
      <vt:lpstr>Презентация PowerPoint</vt:lpstr>
      <vt:lpstr>Посмотрим t-SNE проекцию на плоскость</vt:lpstr>
      <vt:lpstr>Цвет согласно кластерам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Исследуем тексты писем из лагерей</dc:title>
  <dc:creator>Саша</dc:creator>
  <cp:lastModifiedBy>Саша</cp:lastModifiedBy>
  <cp:revision>8</cp:revision>
  <dcterms:created xsi:type="dcterms:W3CDTF">2017-06-18T16:05:37Z</dcterms:created>
  <dcterms:modified xsi:type="dcterms:W3CDTF">2017-06-18T17:25:00Z</dcterms:modified>
</cp:coreProperties>
</file>